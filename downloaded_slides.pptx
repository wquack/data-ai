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Presentation for Team meeting at 2 PM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PIN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Introduction</a:t>
            </a:r>
          </a:p>
          <a:p>
            <a:r>
              <a:t>2. Key Points</a:t>
            </a:r>
          </a:p>
          <a:p>
            <a:r>
              <a:t>3. Discussion</a:t>
            </a:r>
          </a:p>
          <a:p>
            <a:r>
              <a:t>4.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